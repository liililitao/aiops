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58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8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CA7B2A-E47F-DFF9-E57F-AD9C03D493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10513E1-E552-5C6B-F3FD-BEBFE44F7C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22D8FF-AE26-A87B-0C14-1F2705766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68230-61A4-4C14-B471-7DF815D7C081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5053F8-39C5-AD63-516B-ECE91FE77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B47B67-14D8-9072-2944-1923C6260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80B1-DC8B-40B3-A578-F0D9DA8D0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786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4EE683-FF47-E73F-2168-8CD718EEE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83CE31-B45B-2BEF-36C2-222A119F94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BF8ACF-7E37-A423-7090-5032CF4A1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68230-61A4-4C14-B471-7DF815D7C081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9414B1-F818-83F6-6F87-59E0C3F3E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B29FBF-1C67-3368-16FB-AE75535CC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80B1-DC8B-40B3-A578-F0D9DA8D0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40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0FB509-15D0-4F18-B167-696122841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C9CBD9-5AF3-53EC-EBA1-887EFC1594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3FA8D5-59FE-FC16-4D33-CEA4D6AF2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68230-61A4-4C14-B471-7DF815D7C081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2CA6F0-FC3B-2BBA-D5F5-D87B48E8F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CD819B-329A-968D-A37D-DEC958E75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80B1-DC8B-40B3-A578-F0D9DA8D0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585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7FEADE-216E-45DC-02CF-E0BD7038F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CFF568-0AEA-F555-D2EF-06BE6CB781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F0E347E-FC63-A70A-9A1B-4266B40199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7AEC7B5-4CCC-CFA2-F876-A1B84723F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68230-61A4-4C14-B471-7DF815D7C081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F6224B2-7059-A470-83E3-CC9B09857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5171CE4-4EF6-CE83-13E8-D591D3ACE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80B1-DC8B-40B3-A578-F0D9DA8D0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131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74DF3E-02F3-706C-6787-3E1B780F6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01C687-D2C8-1568-30E8-DE0A82FD88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64E22FC-94C3-387D-B9F4-A42D141A7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7F83CC3-3E22-D3F8-8F81-ED273CECD0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BD3736B-7FD4-118F-A345-BA816FC40A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B1666CE-D183-EB35-2C71-F42B0991C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68230-61A4-4C14-B471-7DF815D7C081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1547507-AAE7-5E57-B83E-906A4FEFD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AD1B5D3-EB93-4481-7BB0-17D837C5B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80B1-DC8B-40B3-A578-F0D9DA8D0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373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EE974E-8749-3DBD-E073-2094CD5A7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A86802E-D596-D541-F45C-91329A889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68230-61A4-4C14-B471-7DF815D7C081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70CC05D-78C9-11EB-74B3-29728140B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26D21C7-9DB8-9C71-6B29-23336CD21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80B1-DC8B-40B3-A578-F0D9DA8D0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358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EEBCBC0-CC2A-DE55-ED6A-617EBF90F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68230-61A4-4C14-B471-7DF815D7C081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8119700-2803-E4EB-E873-66EA3CECD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8CCD92-131E-977B-D625-7BA112975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80B1-DC8B-40B3-A578-F0D9DA8D0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737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CD6E71-918C-C971-6978-8D9517F95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AEE742-B6E2-C376-0694-BF34FD63E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D216E2A-706E-359B-37A5-4FCEA34A10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D6ED7A1-F245-4821-F25A-C1131D324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68230-61A4-4C14-B471-7DF815D7C081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4F3FBCF-4EBF-888A-E67F-BC3D22841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01024-6253-0EE1-2476-F48448A9D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80B1-DC8B-40B3-A578-F0D9DA8D0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500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A33183-BF20-1672-CCA4-233D9AC23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965D6B2-1E94-F19D-30B5-170357DD22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8798223-BFE9-D4B6-4E06-59B032389E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088E46-4D94-1C0D-AD15-8619095D1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68230-61A4-4C14-B471-7DF815D7C081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CC5CC37-16EB-7080-8019-CE4EEC6F4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7F8E40-A8E5-1BE5-4544-37357E568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80B1-DC8B-40B3-A578-F0D9DA8D0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318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C14DD5-A526-B70F-060E-ED4C80620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1FA0291-ED91-74F7-5874-76D7886E3D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DCE531-7DE9-6BD9-02C2-E0E4565DC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68230-61A4-4C14-B471-7DF815D7C081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4DC2E3-366B-4CE9-07D8-77C10511E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89697E-A761-3BE3-98A4-757E72EDA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80B1-DC8B-40B3-A578-F0D9DA8D0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145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D5176CB-5B31-4958-4D96-D4FD8CBA3D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C1B4486-3BC4-6A27-960E-050BFB965F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79B8CF-5A4F-D1C4-3403-077552065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68230-61A4-4C14-B471-7DF815D7C081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DD82F5-E458-3320-7025-DDD6CD90B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F3A203-8A99-4A44-579E-1212BF2CA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80B1-DC8B-40B3-A578-F0D9DA8D0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076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2944F55-C64A-BEE6-FF50-FACF1D5C6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A54D18-3EC3-168E-2BC6-0E27F03CB6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69C26E-80D1-D2A2-EC31-CC07A21920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F68230-61A4-4C14-B471-7DF815D7C081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10817A-4187-63EB-48F4-857138DE33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1D7978-1569-4A17-76D5-9158A669D5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1380B1-DC8B-40B3-A578-F0D9DA8D0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74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E2C95A0-AD2B-E249-81C8-A125BAF8B8FE}"/>
              </a:ext>
            </a:extLst>
          </p:cNvPr>
          <p:cNvSpPr/>
          <p:nvPr/>
        </p:nvSpPr>
        <p:spPr>
          <a:xfrm>
            <a:off x="129309" y="83126"/>
            <a:ext cx="11924145" cy="82203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zh-CN" altLang="en-US" sz="1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数据接入层</a:t>
            </a:r>
            <a:endParaRPr lang="en-US" sz="14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074BDD63-935F-3961-F4EE-AD1752777123}"/>
              </a:ext>
            </a:extLst>
          </p:cNvPr>
          <p:cNvSpPr/>
          <p:nvPr/>
        </p:nvSpPr>
        <p:spPr>
          <a:xfrm>
            <a:off x="1953495" y="367141"/>
            <a:ext cx="1510152" cy="47336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告警数据</a:t>
            </a:r>
            <a:endParaRPr 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879AAB1-FFED-A243-6D92-40231CAC7E29}"/>
              </a:ext>
            </a:extLst>
          </p:cNvPr>
          <p:cNvSpPr/>
          <p:nvPr/>
        </p:nvSpPr>
        <p:spPr>
          <a:xfrm>
            <a:off x="286326" y="367143"/>
            <a:ext cx="1510152" cy="47336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告警相关日志</a:t>
            </a:r>
            <a:endParaRPr 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F96A504-D398-665D-0915-A1222C0DD805}"/>
              </a:ext>
            </a:extLst>
          </p:cNvPr>
          <p:cNvSpPr/>
          <p:nvPr/>
        </p:nvSpPr>
        <p:spPr>
          <a:xfrm>
            <a:off x="3620664" y="367141"/>
            <a:ext cx="1510152" cy="473367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CMDB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关系数据库</a:t>
            </a:r>
            <a:endParaRPr 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52533FD-8935-1D7E-1F2A-894C3B7A85A8}"/>
              </a:ext>
            </a:extLst>
          </p:cNvPr>
          <p:cNvSpPr/>
          <p:nvPr/>
        </p:nvSpPr>
        <p:spPr>
          <a:xfrm>
            <a:off x="5336304" y="367141"/>
            <a:ext cx="1510152" cy="473367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SOP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运维手册等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向量数据库</a:t>
            </a:r>
            <a:endParaRPr 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8372EC5-C7AE-CEA1-4BA4-ED14A6B90CA2}"/>
              </a:ext>
            </a:extLst>
          </p:cNvPr>
          <p:cNvSpPr/>
          <p:nvPr/>
        </p:nvSpPr>
        <p:spPr>
          <a:xfrm>
            <a:off x="3463647" y="983672"/>
            <a:ext cx="5228069" cy="6583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zh-CN" altLang="en-US" sz="1400" b="1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数据同步管道层</a:t>
            </a:r>
            <a:endParaRPr lang="en-US" sz="1400" b="1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7C67618-DD17-ADCC-EFC9-5A9320BE706F}"/>
              </a:ext>
            </a:extLst>
          </p:cNvPr>
          <p:cNvSpPr/>
          <p:nvPr/>
        </p:nvSpPr>
        <p:spPr>
          <a:xfrm>
            <a:off x="3706108" y="1268838"/>
            <a:ext cx="1510152" cy="2921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Flink 1.2</a:t>
            </a:r>
            <a:endParaRPr 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01FB9598-65E5-60FE-3D0C-FC3645F474AF}"/>
              </a:ext>
            </a:extLst>
          </p:cNvPr>
          <p:cNvSpPr/>
          <p:nvPr/>
        </p:nvSpPr>
        <p:spPr>
          <a:xfrm>
            <a:off x="5336304" y="1268838"/>
            <a:ext cx="1510152" cy="292108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Flink-CDC 3.6</a:t>
            </a:r>
            <a:endParaRPr 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FD373CB-44F2-5719-E31D-0BFFE800105C}"/>
              </a:ext>
            </a:extLst>
          </p:cNvPr>
          <p:cNvSpPr/>
          <p:nvPr/>
        </p:nvSpPr>
        <p:spPr>
          <a:xfrm>
            <a:off x="6966500" y="1268838"/>
            <a:ext cx="1510152" cy="292108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afka 4.3</a:t>
            </a:r>
            <a:endParaRPr 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47FA4F3-FCAB-5292-7A5D-38897B8077BA}"/>
              </a:ext>
            </a:extLst>
          </p:cNvPr>
          <p:cNvSpPr/>
          <p:nvPr/>
        </p:nvSpPr>
        <p:spPr>
          <a:xfrm>
            <a:off x="129309" y="1720495"/>
            <a:ext cx="11924145" cy="32447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altLang="zh-CN" sz="1400" b="1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lang="zh-CN" altLang="en-US" sz="1400" b="1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编排层</a:t>
            </a:r>
            <a:endParaRPr lang="en-US" sz="1400" b="1" dirty="0">
              <a:solidFill>
                <a:schemeClr val="accent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36521C6-CAE7-2632-6FE5-461AF325D8AC}"/>
              </a:ext>
            </a:extLst>
          </p:cNvPr>
          <p:cNvSpPr/>
          <p:nvPr/>
        </p:nvSpPr>
        <p:spPr>
          <a:xfrm>
            <a:off x="129309" y="5089233"/>
            <a:ext cx="11924145" cy="8682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zh-CN" altLang="en-US" sz="1400" b="1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前端输出展示层</a:t>
            </a:r>
            <a:endParaRPr lang="en-US" sz="1400" b="1" dirty="0">
              <a:solidFill>
                <a:schemeClr val="accent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0ECDCDE-E57D-5917-6B8C-E5BD2513203D}"/>
              </a:ext>
            </a:extLst>
          </p:cNvPr>
          <p:cNvSpPr/>
          <p:nvPr/>
        </p:nvSpPr>
        <p:spPr>
          <a:xfrm>
            <a:off x="286326" y="5400961"/>
            <a:ext cx="1510152" cy="47336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plunk </a:t>
            </a:r>
          </a:p>
          <a:p>
            <a:pPr algn="ctr"/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dashboard</a:t>
            </a:r>
            <a:endParaRPr 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4ACEB569-FAE9-BC1B-DD1A-BE06A30FEF45}"/>
              </a:ext>
            </a:extLst>
          </p:cNvPr>
          <p:cNvSpPr/>
          <p:nvPr/>
        </p:nvSpPr>
        <p:spPr>
          <a:xfrm>
            <a:off x="1953495" y="5400960"/>
            <a:ext cx="1510152" cy="473367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eb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页面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综合展示</a:t>
            </a:r>
            <a:endParaRPr 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90664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7A89C-16AB-D6A7-35B5-82615861A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5E3CDB64-3851-D5DC-3C9A-00C51451BE28}"/>
              </a:ext>
            </a:extLst>
          </p:cNvPr>
          <p:cNvSpPr/>
          <p:nvPr/>
        </p:nvSpPr>
        <p:spPr>
          <a:xfrm>
            <a:off x="8820727" y="580908"/>
            <a:ext cx="3297378" cy="6152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zh-CN" altLang="en-US" sz="1400" b="1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前端输出展示层</a:t>
            </a:r>
            <a:endParaRPr lang="en-US" sz="1400" b="1" dirty="0">
              <a:solidFill>
                <a:schemeClr val="accent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F358CE7-68AA-991E-DCB5-162E1D81D5F0}"/>
              </a:ext>
            </a:extLst>
          </p:cNvPr>
          <p:cNvSpPr/>
          <p:nvPr/>
        </p:nvSpPr>
        <p:spPr>
          <a:xfrm>
            <a:off x="9014852" y="1609734"/>
            <a:ext cx="3002910" cy="25981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zh-CN" altLang="en-US" sz="14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登录路由层</a:t>
            </a:r>
            <a:endParaRPr lang="en-US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3038550-D20A-E6E8-B482-94123D4D267D}"/>
              </a:ext>
            </a:extLst>
          </p:cNvPr>
          <p:cNvSpPr/>
          <p:nvPr/>
        </p:nvSpPr>
        <p:spPr>
          <a:xfrm>
            <a:off x="73894" y="580909"/>
            <a:ext cx="3260221" cy="6152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zh-CN" altLang="en-US" sz="1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数据接入层</a:t>
            </a:r>
            <a:endParaRPr lang="en-US" sz="14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A6E2DAF-081C-41CF-3D3F-6EC294995DE2}"/>
              </a:ext>
            </a:extLst>
          </p:cNvPr>
          <p:cNvSpPr/>
          <p:nvPr/>
        </p:nvSpPr>
        <p:spPr>
          <a:xfrm>
            <a:off x="3398928" y="580908"/>
            <a:ext cx="4907022" cy="61514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altLang="zh-CN" sz="1400" b="1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lang="zh-CN" altLang="en-US" sz="1400" b="1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编排层</a:t>
            </a:r>
            <a:endParaRPr lang="en-US" sz="1400" b="1" dirty="0">
              <a:solidFill>
                <a:schemeClr val="accent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3E56FE7-4B33-97D6-C7D9-2984D1234B6A}"/>
              </a:ext>
            </a:extLst>
          </p:cNvPr>
          <p:cNvSpPr txBox="1"/>
          <p:nvPr/>
        </p:nvSpPr>
        <p:spPr>
          <a:xfrm>
            <a:off x="5234225" y="57880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数据处理流</a:t>
            </a:r>
            <a:endParaRPr 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F71DB837-1BA5-4C31-D95F-A49F2F18D15B}"/>
              </a:ext>
            </a:extLst>
          </p:cNvPr>
          <p:cNvSpPr/>
          <p:nvPr/>
        </p:nvSpPr>
        <p:spPr>
          <a:xfrm>
            <a:off x="1425449" y="1348795"/>
            <a:ext cx="1510152" cy="47336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告警相关日志</a:t>
            </a:r>
            <a:endParaRPr 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880A747-546B-66E2-264D-EC8CF1FCEB62}"/>
              </a:ext>
            </a:extLst>
          </p:cNvPr>
          <p:cNvSpPr/>
          <p:nvPr/>
        </p:nvSpPr>
        <p:spPr>
          <a:xfrm>
            <a:off x="1420526" y="2541646"/>
            <a:ext cx="1510152" cy="47336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告警相关数据</a:t>
            </a:r>
            <a:endParaRPr 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66A51A4-5846-C779-3F0C-4FB491E2B975}"/>
              </a:ext>
            </a:extLst>
          </p:cNvPr>
          <p:cNvSpPr/>
          <p:nvPr/>
        </p:nvSpPr>
        <p:spPr>
          <a:xfrm>
            <a:off x="6644339" y="2520264"/>
            <a:ext cx="1510152" cy="473367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带风险等级字段的告警数据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34D415A-C47C-801A-A316-20DD397B466A}"/>
              </a:ext>
            </a:extLst>
          </p:cNvPr>
          <p:cNvSpPr txBox="1"/>
          <p:nvPr/>
        </p:nvSpPr>
        <p:spPr>
          <a:xfrm>
            <a:off x="174238" y="1323868"/>
            <a:ext cx="12617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Splunk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监控持续监控日志</a:t>
            </a:r>
            <a:endParaRPr 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2A41459-A122-72FD-C216-BB26F75998D3}"/>
              </a:ext>
            </a:extLst>
          </p:cNvPr>
          <p:cNvSpPr txBox="1"/>
          <p:nvPr/>
        </p:nvSpPr>
        <p:spPr>
          <a:xfrm>
            <a:off x="127106" y="1812572"/>
            <a:ext cx="20422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日志触发告警规则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↓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告警规则执行脚本操作</a:t>
            </a:r>
            <a:endParaRPr 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4B956D62-0A1D-0EFD-174F-B1F89C05CB18}"/>
              </a:ext>
            </a:extLst>
          </p:cNvPr>
          <p:cNvCxnSpPr>
            <a:stCxn id="7" idx="2"/>
            <a:endCxn id="9" idx="0"/>
          </p:cNvCxnSpPr>
          <p:nvPr/>
        </p:nvCxnSpPr>
        <p:spPr>
          <a:xfrm flipH="1">
            <a:off x="2175602" y="1822162"/>
            <a:ext cx="4923" cy="719484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B27E9EA1-3CEE-40C0-8A70-43F649354E43}"/>
              </a:ext>
            </a:extLst>
          </p:cNvPr>
          <p:cNvCxnSpPr>
            <a:stCxn id="9" idx="3"/>
            <a:endCxn id="11" idx="1"/>
          </p:cNvCxnSpPr>
          <p:nvPr/>
        </p:nvCxnSpPr>
        <p:spPr>
          <a:xfrm flipV="1">
            <a:off x="2930678" y="2756948"/>
            <a:ext cx="3713661" cy="2138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F57F361D-1D8E-EB4F-CCD9-A40E786CB77C}"/>
              </a:ext>
            </a:extLst>
          </p:cNvPr>
          <p:cNvSpPr txBox="1"/>
          <p:nvPr/>
        </p:nvSpPr>
        <p:spPr>
          <a:xfrm>
            <a:off x="5008572" y="2397347"/>
            <a:ext cx="13865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LLM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处理分析</a:t>
            </a:r>
            <a:endParaRPr 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1A406DA7-6ACE-C06E-D4AA-9828E6BB5A82}"/>
              </a:ext>
            </a:extLst>
          </p:cNvPr>
          <p:cNvSpPr/>
          <p:nvPr/>
        </p:nvSpPr>
        <p:spPr>
          <a:xfrm>
            <a:off x="1414253" y="3814190"/>
            <a:ext cx="1510152" cy="47336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CMDB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关系数据库</a:t>
            </a:r>
            <a:endParaRPr 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68873D9F-53A1-8835-1F86-730A2166B32D}"/>
              </a:ext>
            </a:extLst>
          </p:cNvPr>
          <p:cNvSpPr/>
          <p:nvPr/>
        </p:nvSpPr>
        <p:spPr>
          <a:xfrm>
            <a:off x="1414253" y="4622960"/>
            <a:ext cx="1510152" cy="47336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SOP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运维手册等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向量数据库</a:t>
            </a:r>
            <a:endParaRPr 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7FF01AFE-05C5-C490-E09F-6CB992C36813}"/>
              </a:ext>
            </a:extLst>
          </p:cNvPr>
          <p:cNvCxnSpPr>
            <a:cxnSpLocks/>
            <a:stCxn id="29" idx="3"/>
            <a:endCxn id="11" idx="1"/>
          </p:cNvCxnSpPr>
          <p:nvPr/>
        </p:nvCxnSpPr>
        <p:spPr>
          <a:xfrm flipV="1">
            <a:off x="2924405" y="2756948"/>
            <a:ext cx="3719934" cy="129392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186CEE7D-DAF7-8033-E1A8-23DC0BFB5212}"/>
              </a:ext>
            </a:extLst>
          </p:cNvPr>
          <p:cNvCxnSpPr>
            <a:stCxn id="31" idx="3"/>
            <a:endCxn id="11" idx="1"/>
          </p:cNvCxnSpPr>
          <p:nvPr/>
        </p:nvCxnSpPr>
        <p:spPr>
          <a:xfrm flipV="1">
            <a:off x="2924405" y="2756948"/>
            <a:ext cx="3719934" cy="210269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60CC5136-0BFC-F184-63FA-DC01DDC5AA81}"/>
              </a:ext>
            </a:extLst>
          </p:cNvPr>
          <p:cNvSpPr/>
          <p:nvPr/>
        </p:nvSpPr>
        <p:spPr>
          <a:xfrm>
            <a:off x="6644339" y="3319442"/>
            <a:ext cx="1510152" cy="473367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告警数据的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分析报告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2CDD8E73-3119-8973-7E53-F17364818077}"/>
              </a:ext>
            </a:extLst>
          </p:cNvPr>
          <p:cNvCxnSpPr>
            <a:cxnSpLocks/>
            <a:stCxn id="9" idx="3"/>
            <a:endCxn id="41" idx="1"/>
          </p:cNvCxnSpPr>
          <p:nvPr/>
        </p:nvCxnSpPr>
        <p:spPr>
          <a:xfrm>
            <a:off x="2930678" y="2778330"/>
            <a:ext cx="3713661" cy="77779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98087CCE-5C25-C66D-2C04-2D81AB1464D9}"/>
              </a:ext>
            </a:extLst>
          </p:cNvPr>
          <p:cNvCxnSpPr>
            <a:cxnSpLocks/>
            <a:stCxn id="29" idx="3"/>
            <a:endCxn id="41" idx="1"/>
          </p:cNvCxnSpPr>
          <p:nvPr/>
        </p:nvCxnSpPr>
        <p:spPr>
          <a:xfrm flipV="1">
            <a:off x="2924405" y="3556126"/>
            <a:ext cx="3719934" cy="49474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5B46DC69-540D-1EB4-A9D6-07428ED368A9}"/>
              </a:ext>
            </a:extLst>
          </p:cNvPr>
          <p:cNvCxnSpPr>
            <a:cxnSpLocks/>
            <a:stCxn id="31" idx="3"/>
            <a:endCxn id="41" idx="1"/>
          </p:cNvCxnSpPr>
          <p:nvPr/>
        </p:nvCxnSpPr>
        <p:spPr>
          <a:xfrm flipV="1">
            <a:off x="2924405" y="3556126"/>
            <a:ext cx="3719934" cy="130351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5133A5F0-7557-74E8-40C3-DD120D59418A}"/>
              </a:ext>
            </a:extLst>
          </p:cNvPr>
          <p:cNvSpPr/>
          <p:nvPr/>
        </p:nvSpPr>
        <p:spPr>
          <a:xfrm>
            <a:off x="10330879" y="2541644"/>
            <a:ext cx="1510152" cy="473367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Splunk dashboard</a:t>
            </a: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C1CF42D8-17BD-6353-4C4C-ACCAFF03805F}"/>
              </a:ext>
            </a:extLst>
          </p:cNvPr>
          <p:cNvSpPr/>
          <p:nvPr/>
        </p:nvSpPr>
        <p:spPr>
          <a:xfrm>
            <a:off x="10330879" y="3340823"/>
            <a:ext cx="1510152" cy="473367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eb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页面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综合展示</a:t>
            </a:r>
            <a:endParaRPr 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3720F112-6357-4C5F-42EF-C30C9D80555F}"/>
              </a:ext>
            </a:extLst>
          </p:cNvPr>
          <p:cNvCxnSpPr>
            <a:stCxn id="11" idx="3"/>
            <a:endCxn id="49" idx="1"/>
          </p:cNvCxnSpPr>
          <p:nvPr/>
        </p:nvCxnSpPr>
        <p:spPr>
          <a:xfrm>
            <a:off x="8154491" y="2756948"/>
            <a:ext cx="2176388" cy="2138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3C155DFC-98BD-0739-5C76-77DF91B719E6}"/>
              </a:ext>
            </a:extLst>
          </p:cNvPr>
          <p:cNvCxnSpPr>
            <a:stCxn id="41" idx="3"/>
            <a:endCxn id="51" idx="1"/>
          </p:cNvCxnSpPr>
          <p:nvPr/>
        </p:nvCxnSpPr>
        <p:spPr>
          <a:xfrm>
            <a:off x="8154491" y="3556126"/>
            <a:ext cx="2176388" cy="2138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8B6824EE-47AD-0CE0-6CC3-3C3FE61A5775}"/>
              </a:ext>
            </a:extLst>
          </p:cNvPr>
          <p:cNvCxnSpPr>
            <a:stCxn id="11" idx="3"/>
            <a:endCxn id="51" idx="1"/>
          </p:cNvCxnSpPr>
          <p:nvPr/>
        </p:nvCxnSpPr>
        <p:spPr>
          <a:xfrm>
            <a:off x="8154491" y="2756948"/>
            <a:ext cx="2176388" cy="82055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5B8C5DA2-8B90-3B8A-C3C2-318BADC6AED3}"/>
              </a:ext>
            </a:extLst>
          </p:cNvPr>
          <p:cNvSpPr txBox="1"/>
          <p:nvPr/>
        </p:nvSpPr>
        <p:spPr>
          <a:xfrm>
            <a:off x="200549" y="2489680"/>
            <a:ext cx="11378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/data/</a:t>
            </a:r>
            <a:r>
              <a:rPr lang="en-US" altLang="zh-CN" sz="11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splunk</a:t>
            </a: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/bin/scripts</a:t>
            </a:r>
            <a:endParaRPr 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E62355A-8F91-6550-8172-1D2FF9AED63F}"/>
              </a:ext>
            </a:extLst>
          </p:cNvPr>
          <p:cNvSpPr txBox="1"/>
          <p:nvPr/>
        </p:nvSpPr>
        <p:spPr>
          <a:xfrm>
            <a:off x="1164779" y="880517"/>
            <a:ext cx="20630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n-NO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/data/splunk/var/test_log/waf_log_gen.csv</a:t>
            </a:r>
            <a:endParaRPr 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A5DB57D-A030-3097-F20A-D29F46220A78}"/>
              </a:ext>
            </a:extLst>
          </p:cNvPr>
          <p:cNvSpPr txBox="1"/>
          <p:nvPr/>
        </p:nvSpPr>
        <p:spPr>
          <a:xfrm>
            <a:off x="1534561" y="3013458"/>
            <a:ext cx="12401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不带风险标签</a:t>
            </a:r>
            <a:endParaRPr lang="en-US" altLang="zh-CN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/data/</a:t>
            </a:r>
            <a:r>
              <a:rPr lang="en-US" altLang="zh-CN" sz="11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splunk</a:t>
            </a: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/var/log/</a:t>
            </a:r>
            <a:r>
              <a:rPr lang="en-US" altLang="zh-CN" sz="11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splunk</a:t>
            </a: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1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waf_alerts</a:t>
            </a:r>
            <a:endParaRPr 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8551FCA4-3039-D3CA-50C1-DC63B0B4EC12}"/>
              </a:ext>
            </a:extLst>
          </p:cNvPr>
          <p:cNvSpPr txBox="1"/>
          <p:nvPr/>
        </p:nvSpPr>
        <p:spPr>
          <a:xfrm>
            <a:off x="190927" y="2985006"/>
            <a:ext cx="12401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带风险标签</a:t>
            </a:r>
            <a:endParaRPr lang="en-US" altLang="zh-CN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nn-NO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/data/splunk/var/log/splunk/waflogalert</a:t>
            </a:r>
            <a:endParaRPr 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3222DE3-E4D1-A28D-5ED5-FC96928FA55A}"/>
              </a:ext>
            </a:extLst>
          </p:cNvPr>
          <p:cNvSpPr/>
          <p:nvPr/>
        </p:nvSpPr>
        <p:spPr>
          <a:xfrm>
            <a:off x="6652562" y="3971201"/>
            <a:ext cx="1510152" cy="473367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告警数据的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处理建议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08993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DC46C-7002-0D3C-A30C-542D8AB52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5598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7E041-CAA9-9BFB-F979-4DD226ECE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7494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F89CF-28FE-9E8B-73AA-46EEE87D0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3085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t" anchorCtr="0"/>
      <a:lstStyle>
        <a:defPPr algn="ctr">
          <a:defRPr sz="1400" b="1" dirty="0">
            <a:solidFill>
              <a:schemeClr val="accent4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1083</TotalTime>
  <Words>257</Words>
  <Application>Microsoft Office PowerPoint</Application>
  <PresentationFormat>宽屏</PresentationFormat>
  <Paragraphs>47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微软雅黑</vt:lpstr>
      <vt:lpstr>Aptos</vt:lpstr>
      <vt:lpstr>Aptos Display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Jiehao Zheng (JHGZ)</dc:creator>
  <cp:lastModifiedBy>Jiehao Zheng (JHGZ)</cp:lastModifiedBy>
  <cp:revision>25</cp:revision>
  <dcterms:created xsi:type="dcterms:W3CDTF">2026-07-03T05:25:37Z</dcterms:created>
  <dcterms:modified xsi:type="dcterms:W3CDTF">2026-07-27T06:55:45Z</dcterms:modified>
</cp:coreProperties>
</file>